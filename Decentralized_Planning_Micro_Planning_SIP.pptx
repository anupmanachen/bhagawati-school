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विकेन्द्रित योजनाको अवधारणा</a:t>
            </a:r>
            <a:br/>
            <a:r>
              <a:t>Concept of Decentralized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C8E6FF"/>
                </a:solidFill>
              </a:defRPr>
            </a:pPr>
            <a:r>
              <a:t>सूक्ष्म योजनाको अवधारणा | Concept of Micro Level Planning</a:t>
            </a:r>
            <a:br/>
            <a:r>
              <a:t>विद्यालय सुधार योजना (SIP)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विकेन्द्रित योजनाको अवधारणा (Concept of Decentralized Planning)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विकेन्द्रित योजनाको अवधारणा ल्याटिन अमेरिकामा विकेन्द्रित शिक्षा प्रणालीबाट आएको हो।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मूलभूतरूपमा त्यहाँ तीन किसिमबाट विकेन्द्रीकरणको प्रक्रिया अवलम्बन गरिएको थियो।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विकेन्द्रीकरणले निर्णय अधिकार केन्द्रबाट तल्लो तहसम्म पुर्‍याउने काम गर्दछ।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यसले स्थानीय आवश्यकता अनुसार शैक्षिक सेवाहरू उपलब्ध गराउँछ।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नेपालमा पनि विद्यालय सुधार योजना (SIP) मार्फत विकेन्द्रीकरणको अवधारणा लागू गरिएको छ।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ल्याटिन अमेरिकामा विकेन्द्रीकरणका तीन विधिहरू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ल्याटिन अमेरिकामा विकेन्द्रीकरणका तीन विधिहरू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566160" cy="2011680"/>
          </a:xfrm>
          <a:prstGeom prst="roundRect">
            <a:avLst/>
          </a:prstGeom>
          <a:solidFill>
            <a:srgbClr val="F5FA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6699"/>
                </a:solidFill>
              </a:defRPr>
            </a:pPr>
            <a:r>
              <a:t>सूक्ष्मीकरण (Nuclearization)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3291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केन्द्रीय विद्यालयहरू जो बहुतै उच्च गुणस्तरका छन्, तिनीहरूमार्फत अन्य विद्यालयलाई शैक्षिक सेवाहरू उपलब्ध गराइन्छ।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188720"/>
            <a:ext cx="3566160" cy="2011680"/>
          </a:xfrm>
          <a:prstGeom prst="roundRect">
            <a:avLst/>
          </a:prstGeom>
          <a:solidFill>
            <a:srgbClr val="F5FA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2801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6699"/>
                </a:solidFill>
              </a:defRPr>
            </a:pPr>
            <a:r>
              <a:t>क्षेत्रीयकरण (Regionalization)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691640"/>
            <a:ext cx="3291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निर्णय गर्ने अधिकार केन्द्रबाट क्षेत्रीय तहसम्म प्रत्यायोजित हुन्छ र शैक्षिक व्यवस्थापनको आधार एकाइ क्षेत्रलाई मानिन्छ।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188720"/>
            <a:ext cx="3566160" cy="2011680"/>
          </a:xfrm>
          <a:prstGeom prst="roundRect">
            <a:avLst/>
          </a:prstGeom>
          <a:solidFill>
            <a:srgbClr val="F5FA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2801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6699"/>
                </a:solidFill>
              </a:defRPr>
            </a:pPr>
            <a:r>
              <a:t>नगरीकरण (Municipalization)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1691640"/>
            <a:ext cx="3291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निर्णय गर्ने अधिकार नगरपालिकालाई हुन्छ जो वास्तविकरूपमा निर्णय अधिकार समुदायमा ल्याउन सफल साबित भएको छ।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विकेन्द्रीकरणका तीन अवस्था (Three Stages)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विकेन्द्रीकरणको तीन अवस्था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विकेन्द्रीकरण (Decentralisation)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प्रत्यायोजन (Delegation of Authority)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निरूपण / प्रत्यारोपण (Devolution)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(i) विकेन्द्रीकरण (Decentralisation)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एउटा संगठनभित्रको विभिन्न शाखा/एकाइहरूलाई कार्यको जिम्मेवारी दिइन्छ।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तर अधिकार सबै केन्द्रमा रहन्छ।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केन्द्रले दिएको अधिकार कुनै पनि समयमा फिर्ता लिन सक्छ।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निर्णय गर्दा माथिल्लो अधिकारीको मुख ताक्नुपर्ने हुन्छ।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यो विकेन्द्रीकरणको प्रारम्भिक अवस्था हो।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(ii) अधिकार प्रत्यायोजन (Delegation of Authority)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माथिल्लो निकायले आफूमा निहित निर्णयको अधिकार तल्लो निकायमा प्रत्यायोजन गर्दछ।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प्रत्यायोजित अधिकार प्रत्यायोजन गर्ने अधिकारीले कुनै पनि बेला झिक्न सक्छ।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कर्मचारीतन्त्र माथि प्रत्यायोजन गरिन्छ।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यो अवस्थामा निर्णय अधिकार केही हदसम्म तल्लो तहमा पुग्छ।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तर पूर्ण स्वायत्तता प्राप्त हुँदैन।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(iii) निरूपण (Devolution) - सबैभन्दा उत्तम अवस्था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यो विकेन्द्रीकरणको सबैभन्दा उत्तम अवस्था हो।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संस्थाहरूलाई निर्णयको अधिकार कानुनद्वारा नै व्यवस्थित गरिएको हुन्छ।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अधिकारप्राप्त निकायले निर्णय गर्दा माथिल्लो निकायको मुख ताक्नु पर्दैन।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कार्यान्वयन गर्ने निकाय स्वतन्त्र रूपले काम गर्न पाउँछन्।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उदाहरण: गा.वि.स. लाई स्थानीय कर लगाउने अधिकार।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यो पूर्ण विकेन्द्रीकरणको रूप हो।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सूक्ष्म योजनाको अवधारणा</a:t>
            </a:r>
            <a:br/>
            <a:r>
              <a:t>Concept of Micro Level Planning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सूक्ष्म योजनाको अवधारणा (Micro Level Planning)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योजना सूक्ष्म (Micro) हो कि बृहत् (Macro), यो योजना निर्माण हुने तहमा निर्भर गर्दछ।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बृहत् योजना राष्ट्रिय वा केन्द्रीय स्तरमा तयार गरिन्छ।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सूक्ष्म योजना तल्लो एकाइमा तर्जुमा गरिन्छ (जिल्ला वा गाउँ स्तर)।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संघीय सरकार भएको देशमा प्रान्तीय/राज्य स्तरीय सरकारलाई संविधान प्रदत्त अधिकार प्राप्त हुन्छ।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एकात्मक सरकार भएको देशमा केन्द्रबाट नै शासकीय नियन्त्रण हुन्छ।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भारतमा जिल्लालाई तल्लो निकाय मानिएको छ भने नेपालमा विद्यालयलाई मानिएको छ।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सूक्ष्म र वृहत् योजनामा फरक (Micro vs Macro Planning)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8080"/>
                </a:solidFill>
              </a:defRPr>
            </a:pPr>
            <a:r>
              <a:t>बृहत् योजना (Macro Planning)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कम बाधाहरू (Less Constraints) हुन्छन्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रणनीति तथा निर्णयहरूमा विविधता हुन्छ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राष्ट्रिय वा केन्द्रीय स्तरमा तयार गरिन्छ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स्रोतको बाँडफाँड एवं सुविधाको विस्तारमा जोड दिन्छ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उच्च स्तरको योजना एकाइबाट निर्देशित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8080"/>
                </a:solidFill>
              </a:defRPr>
            </a:pPr>
            <a:r>
              <a:t>सूक्ष्म योजना (Micro Planning)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आधार एवं सीमा (Parameters &amp; Limitations) हुन्छन्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माथिल्लो स्तरको योजना एकाइबाट निर्देशित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तल्लो निकायलाई अधिक स्वतन्त्रता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स्थानीय आवश्यकता र चाहनालाई अङ्गीकार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जनसहभागिता एवं लागत सहभागिता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सूक्ष्म योजनाको उद्देश्य (Objectives of Micro-planning)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333333"/>
                </a:solidFill>
              </a:defRPr>
            </a:pPr>
            <a:r>
              <a:t>1. योजनालाई स्थानीय आवश्यकतामा आधारित, अत्याधिक सहभागितामूलक बनाउन स्थानीय समुदायलाई परिचालन गरिन्छ।</a:t>
            </a:r>
          </a:p>
          <a:p>
            <a:pPr>
              <a:spcAft>
                <a:spcPts val="900"/>
              </a:spcAft>
              <a:defRPr sz="1700">
                <a:solidFill>
                  <a:srgbClr val="333333"/>
                </a:solidFill>
              </a:defRPr>
            </a:pPr>
            <a:r>
              <a:t>2. विद्यालय र समुदायबीच सुमधुर सम्बन्ध तथा अन्तरक्रिया विकसित गरी विद्यालय तथा शिक्षकहरूलाई निरन्तररूपमा प्राप्त हुने उत्तम सहयोग प्रणाली (Support System) को स्थापना हुन्छ।</a:t>
            </a:r>
          </a:p>
          <a:p>
            <a:pPr>
              <a:spcAft>
                <a:spcPts val="900"/>
              </a:spcAft>
              <a:defRPr sz="1700">
                <a:solidFill>
                  <a:srgbClr val="333333"/>
                </a:solidFill>
              </a:defRPr>
            </a:pPr>
            <a:r>
              <a:t>3. तोकिएका उमेर समूहका सम्पूर्ण बालबालिकाहरूलाई विद्यालय वा वैकल्पिक विद्यालय भित्र प्रवेश गर्ने सुनिश्चितता प्राप्त हुन्छ।</a:t>
            </a:r>
          </a:p>
          <a:p>
            <a:pPr>
              <a:spcAft>
                <a:spcPts val="900"/>
              </a:spcAft>
              <a:defRPr sz="1700">
                <a:solidFill>
                  <a:srgbClr val="333333"/>
                </a:solidFill>
              </a:defRPr>
            </a:pPr>
            <a:r>
              <a:t>4. विद्यालयको कार्य नियमित र सक्षमरूपमा सञ्चालनको सुनिश्चितता प्रदान गरिन्छ।</a:t>
            </a:r>
          </a:p>
          <a:p>
            <a:pPr>
              <a:spcAft>
                <a:spcPts val="900"/>
              </a:spcAft>
              <a:defRPr sz="1700">
                <a:solidFill>
                  <a:srgbClr val="333333"/>
                </a:solidFill>
              </a:defRPr>
            </a:pPr>
            <a:r>
              <a:t>5. सूक्ष्म योजना एकाइले विद्यालयको सेवा क्षेत्रका गाउँहरूसँग राम्रो समझदारी कायम राख्नुपर्दछ।</a:t>
            </a:r>
          </a:p>
          <a:p>
            <a:pPr>
              <a:spcAft>
                <a:spcPts val="900"/>
              </a:spcAft>
              <a:defRPr sz="1700">
                <a:solidFill>
                  <a:srgbClr val="333333"/>
                </a:solidFill>
              </a:defRPr>
            </a:pPr>
            <a:r>
              <a:t>6. जनमुखी, सहभागितामूलक, स्थानीय आवश्यकतामा आधारित स्रोत सदुपयोग एवं संस्थागत सक्षमता सुधारमा अवलम्बित हुन्छ।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विद्यालय सुधार योजना</a:t>
            </a:r>
            <a:br/>
            <a:r>
              <a:t>School Improvement Plan (SIP)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विद्यालय सुधार योजना (SIP) - परिचय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विद्यालयहरूको व्यवस्थापकीय कुशलतामा अभिवृद्धि गरी उपलब्ध स्रोत र साधनहरूको सर्वोत्तम परिचालन गरेर उच्चतम प्रतिफल सुनिश्चित गर्नुपर्ने यथार्थता आजको सबैभन्दा ठूलो चासोको विषय हो।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विद्यालयले आफूलाई आफैं सुधार नगरेसम्म केन्द्रीय तहबाट गरिएका सुधारका प्रयत्नले खासै प्रतिफल दिन सक्दैन।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विद्यालय सुधार योजना भनेको विद्यालयलाई बदलिँदो परिस्थितिको मागअनुसार विद्यार्थीहरूको पहुँच एवम् सिकाइ उपलब्धिमा सुधार ल्याउन तयार गरिने सूक्ष्म योजना हो।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यसले विद्यालयको भौतिक निर्माण कार्यमा मात्र होइन, सबै पक्षहरूको सर्वाङ्गीण विकासद्वारा विद्यार्थीको उच्च सिकाइ उपलब्धि सुनिश्चित गर्दछ।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सुधारिएका विद्यालयका विशेषताहरू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स्पष्ट दृष्टिकोण (Clear Vision): सुदूर भविष्यको परिकल्पनालाई साकार पार्न प्रयास गर्दछ।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स्पष्ट उद्देश्य (Clear Objectives): चरम उद्देश्य निर्धारण गरेको हुन्छ र सम्बन्धितहरूबीच सहमति कायम गर्दछ।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रणनीतिहरू (Strategies): उद्देश्य प्राप्तिका लागि आवश्यक उपयुक्त रणनीति पहिले नै निर्धारण गर्दछ।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कार्यमूलक जिम्मेवारी र कार्यक्षेत्रको विभाजन: गतिविधिहरूबाट प्रभावित सबै पक्षको जिम्मेवारी स्पष्टरूपले विभाजन गरिएको हुन्छ।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सरोकारवालाहरूको सक्रिय सहभागिता: निर्णय प्रक्रियामा विद्यार्थी, शिक्षक, अभिभावक तथा समुदायले सक्रिय सहभागिता जनाउँछन्।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सुधारिएका विद्यालयका विशेषताहरू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सक्रिय सिकाइ (Active Learning): शिक्षकको भूमिका विद्यार्थीहरूको सहयोगीको रूपमा रहन्छ।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स्तर निर्धारण (Standard Fixation): क्रियाकलापहरूको व्यवहार र कार्यसम्पादनको स्पष्ट स्तर निर्धारण गरिएको हुन्छ।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स्रोत र साधनको परिचालन (Resource Mobilization): आवश्यक स्रोत र साधन कसरी उपलब्ध गर्ने र अधिकतम उपयोग गर्ने भन्ने बारे स्पष्ट हुन्छ।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विद्यालय व्यवस्थापन (School Management): शैक्षिक योजना तयार गर्ने, कार्यक्रम तर्जुमा गर्ने र समन्वित कार्यान्वयन गर्ने।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शैक्षिक व्यवस्थापन सूचना प्रणाली (EMIS): शिक्षासँग सम्बन्धित सबै सूचना तथा तथ्याङ्कहरूलाई व्यवस्थित रूपमा सङ्कलन र व्यवस्थापन गर्दछ।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विद्यालय सुधारको लागि योजना निर्माण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विद्यालयका उपभोक्ताहरू (अभिभावक, शिक्षक, विद्यार्थी तथा समुदाय) सबैसँगै बसी आवश्यक रणनीति निर्माणमा साझा प्रयास अगाडि बढाउन सकिन्छ।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विद्यालयको मौजुदा अवस्थालाई केलाएर मुख्य चुनौतीहरू पहिचान गर्नु पर्छ।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विद्यालयलाई उद्देश्यअनुरुप अगाडि बढ्न के-कस्ता बाधाहरू आएका छन्? तिनको निराकरण गर्ने उपायहरू के-के हुन्?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यसबाट योजना निर्माण र कार्यान्वयन गर्न आवश्यक रणनीति निर्माणका लागि साझा प्रयास अगाडि बढाउन सकिन्छ।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विद्यालय सुधार योजनाले विद्यालयको भौतिक सुधारदेखि लिएर शिक्षक र विद्यार्थीको नियमितता, उनीहरूको सिकाइ उपलब्धि अभिवृद्धि, विद्यालयको आन्तरिक सक्षमता लगायत सबै पक्षको सुधारलाई लक्षित गर्नुपर्दछ।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विद्यालय सुधार योजना निर्माण प्रक्रिया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सरोकारवालाहरूका सबै पक्षहरू एकै साथ बसी आफ्ना शैक्षिक आवश्यकता पहिचान गर्ने।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आवश्यकताहरूको प्राथमिकता निर्धारण गर्ने।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उद्देश्य निर्धारण गर्ने।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ती उद्देश्यप्राप्तिका लागि आफैले योजना निर्माण गर्ने।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योजनाको कार्यान्वयन र अनुगमन एवम् मूल्याङ्कन गर्नुपर्छ।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यसबाट सरोकारवालाहरूमा स्वामित्वको भावना जागृत भएर कार्यक्रममा दीगोपनाको विकास हुन्छ।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विद्यालय प्रणालीको प्रभावकारिता सुनिश्चित हुन्छ।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विद्यालय सुधार योजनाका चरणहरू (Steps of SIP)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333333"/>
                </a:solidFill>
              </a:defRPr>
            </a:pPr>
            <a:r>
              <a:t>1. विद्यालय सेवा क्षेत्रको सर्वेक्षण गरी विद्यमान शैक्षिक अवस्थाको आवश्यकताको पहिचान एवम् विश्लेषण।</a:t>
            </a:r>
          </a:p>
          <a:p>
            <a:pPr>
              <a:spcAft>
                <a:spcPts val="900"/>
              </a:spcAft>
              <a:defRPr sz="1700">
                <a:solidFill>
                  <a:srgbClr val="333333"/>
                </a:solidFill>
              </a:defRPr>
            </a:pPr>
            <a:r>
              <a:t>2. विद्यालयका मुख्य चुनौतीहरू र कमी-कमजोरीहरूको पहिचान।</a:t>
            </a:r>
          </a:p>
          <a:p>
            <a:pPr>
              <a:spcAft>
                <a:spcPts val="900"/>
              </a:spcAft>
              <a:defRPr sz="1700">
                <a:solidFill>
                  <a:srgbClr val="333333"/>
                </a:solidFill>
              </a:defRPr>
            </a:pPr>
            <a:r>
              <a:t>3. उद्देश्य तथा लक्ष्य निर्धारण (पहुँच तथा सहभागिता, सिकाइ उपलब्धि, व्यवस्थापन कुशलता)।</a:t>
            </a:r>
          </a:p>
          <a:p>
            <a:pPr>
              <a:spcAft>
                <a:spcPts val="900"/>
              </a:spcAft>
              <a:defRPr sz="1700">
                <a:solidFill>
                  <a:srgbClr val="333333"/>
                </a:solidFill>
              </a:defRPr>
            </a:pPr>
            <a:r>
              <a:t>4. आवश्यक रणनीति तथा कार्यनीति निर्माण।</a:t>
            </a:r>
          </a:p>
          <a:p>
            <a:pPr>
              <a:spcAft>
                <a:spcPts val="900"/>
              </a:spcAft>
              <a:defRPr sz="1700">
                <a:solidFill>
                  <a:srgbClr val="333333"/>
                </a:solidFill>
              </a:defRPr>
            </a:pPr>
            <a:r>
              <a:t>5. स्रोत तथा साधनको आवश्यकता आँकलन र व्यवस्था।</a:t>
            </a:r>
          </a:p>
          <a:p>
            <a:pPr>
              <a:spcAft>
                <a:spcPts val="900"/>
              </a:spcAft>
              <a:defRPr sz="1700">
                <a:solidFill>
                  <a:srgbClr val="333333"/>
                </a:solidFill>
              </a:defRPr>
            </a:pPr>
            <a:r>
              <a:t>6. कार्यक्रम तर्जुमा, कार्यान्वयन योजना निर्माण।</a:t>
            </a:r>
          </a:p>
          <a:p>
            <a:pPr>
              <a:spcAft>
                <a:spcPts val="900"/>
              </a:spcAft>
              <a:defRPr sz="1700">
                <a:solidFill>
                  <a:srgbClr val="333333"/>
                </a:solidFill>
              </a:defRPr>
            </a:pPr>
            <a:r>
              <a:t>7. अनुगमन, मूल्याङ्कन र समीक्षा प्रक्रिया।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निष्कर्ष (Conclusion)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विकेन्द्रीकरणले शैक्षिक निर्णय अधिकार तल्लो तहमा ल्याउँछ र स्थानीय आवश्यकता अनुसार काम गर्न मद्दत गर्दछ।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सूक्ष्म योजना (Micro Planning) ले स्थानीय समुदायको सहभागितालाई सुनिश्चित गर्दछ।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विद्यालय सुधार योजना (SIP) विद्यालयको सर्वाङ्गीण विकास र उच्च सिकाइ उपलब्धिका लागि महत्वपूर्ण उपकरण हो।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सुधारिएका विद्यालयहरूमा स्पष्ट दृष्टिकोण, उद्देश्य, सक्रिय सहभागिता र स्रोत परिचालन जस्ता विशेषताहरू हुन्छन्।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SIP ले विद्यालयलाई आत्मनिर्भर, सहभागितामूलक र प्रभावकारी बनाउँछ।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धन्यवाद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C8E6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